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IntelIntent Fluent 2 Interface Wireframe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Centers of Excellence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1554480" y="457200"/>
            <a:ext cx="3657600" cy="914400"/>
          </a:xfrm>
          <a:prstGeom prst="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URMTO Domains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457200"/>
            <a:ext cx="3657600" cy="914400"/>
          </a:xfrm>
          <a:prstGeom prst="rect">
            <a:avLst/>
          </a:prstGeom>
          <a:solidFill>
            <a:srgbClr val="FF8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Precursive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72000"/>
            <a:ext cx="3657600" cy="914400"/>
          </a:xfrm>
          <a:prstGeom prst="rect">
            <a:avLst/>
          </a:prstGeom>
          <a:solidFill>
            <a:srgbClr val="800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Recursive Feedback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1554480" y="4572000"/>
            <a:ext cx="3657600" cy="914400"/>
          </a:xfrm>
          <a:prstGeom prst="rect">
            <a:avLst/>
          </a:prstGeom>
          <a:solidFill>
            <a:srgbClr val="DC14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Semantic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