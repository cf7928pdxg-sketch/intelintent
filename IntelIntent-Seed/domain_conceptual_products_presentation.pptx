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Domain – Life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Task automation</a:t>
            </a:r>
          </a:p>
          <a:p>
            <a:r>
              <a:t>- Personal finance tracking</a:t>
            </a:r>
          </a:p>
          <a:p>
            <a:r>
              <a:t>- Health monitoring</a:t>
            </a:r>
          </a:p>
          <a:p>
            <a:r>
              <a:t>- Local AI inference</a:t>
            </a:r>
          </a:p>
          <a:p>
            <a:r>
              <a:t>- Privacy-first orchestration</a:t>
            </a:r>
          </a:p>
          <a:p/>
          <a:p>
            <a:r>
              <a:t>Use Case:</a:t>
            </a:r>
          </a:p>
          <a:p>
            <a:r>
              <a:t>Automates reminders, tracks spending, monitors wellness, and runs private AI tasks locally.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Domain – Family Hub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Shared calendars</a:t>
            </a:r>
          </a:p>
          <a:p>
            <a:r>
              <a:t>- Safety alerts</a:t>
            </a:r>
          </a:p>
          <a:p>
            <a:r>
              <a:t>- Education planning</a:t>
            </a:r>
          </a:p>
          <a:p>
            <a:r>
              <a:t>- Smart home IoT</a:t>
            </a:r>
          </a:p>
          <a:p>
            <a:r>
              <a:t>- Edge AI routines</a:t>
            </a:r>
          </a:p>
          <a:p/>
          <a:p>
            <a:r>
              <a:t>Use Case:</a:t>
            </a:r>
          </a:p>
          <a:p>
            <a:r>
              <a:t>Coordinates family schedules, sends safety notifications, and manages smart home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Domain – Business Copilot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CRM</a:t>
            </a:r>
          </a:p>
          <a:p>
            <a:r>
              <a:t>- Financial forecasting</a:t>
            </a:r>
          </a:p>
          <a:p>
            <a:r>
              <a:t>- Workflow automation</a:t>
            </a:r>
          </a:p>
          <a:p>
            <a:r>
              <a:t>- Semantic Kernel orchestration</a:t>
            </a:r>
          </a:p>
          <a:p>
            <a:r>
              <a:t>- Strategic observability</a:t>
            </a:r>
          </a:p>
          <a:p/>
          <a:p>
            <a:r>
              <a:t>Use Case:</a:t>
            </a:r>
          </a:p>
          <a:p>
            <a:r>
              <a:t>Manages customers, automates operations, and provides business insights through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Domain – Enterprise Orchestration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Multi-agent orchestration</a:t>
            </a:r>
          </a:p>
          <a:p>
            <a:r>
              <a:t>- Compliance (Entra, Purview)</a:t>
            </a:r>
          </a:p>
          <a:p>
            <a:r>
              <a:t>- Analytics (Databricks, Power BI)</a:t>
            </a:r>
          </a:p>
          <a:p>
            <a:r>
              <a:t>- IAM</a:t>
            </a:r>
          </a:p>
          <a:p>
            <a:r>
              <a:t>- Roadmap alignment</a:t>
            </a:r>
          </a:p>
          <a:p/>
          <a:p>
            <a:r>
              <a:t>Use Case:</a:t>
            </a:r>
          </a:p>
          <a:p>
            <a:r>
              <a:t>Orchestrates enterprise workflows, ensures compliance, and aligns with strategic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Domain – Learning Intelligence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Curriculum planning</a:t>
            </a:r>
          </a:p>
          <a:p>
            <a:r>
              <a:t>- Tutoring agents</a:t>
            </a:r>
          </a:p>
          <a:p>
            <a:r>
              <a:t>- Semantic search</a:t>
            </a:r>
          </a:p>
          <a:p>
            <a:r>
              <a:t>- Progress tracking</a:t>
            </a:r>
          </a:p>
          <a:p>
            <a:r>
              <a:t>- Local LLMs</a:t>
            </a:r>
          </a:p>
          <a:p/>
          <a:p>
            <a:r>
              <a:t>Use Case:</a:t>
            </a:r>
          </a:p>
          <a:p>
            <a:r>
              <a:t>Supports learning with tutoring agents, tracks progress, and enables semantic curriculum 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Domain – HealthOps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Patient data orchestration</a:t>
            </a:r>
          </a:p>
          <a:p>
            <a:r>
              <a:t>- Privacy-first inference</a:t>
            </a:r>
          </a:p>
          <a:p>
            <a:r>
              <a:t>- Medical summarization</a:t>
            </a:r>
          </a:p>
          <a:p>
            <a:r>
              <a:t>- Health compliance</a:t>
            </a:r>
          </a:p>
          <a:p>
            <a:r>
              <a:t>- Edge diagnostics</a:t>
            </a:r>
          </a:p>
          <a:p/>
          <a:p>
            <a:r>
              <a:t>Use Case:</a:t>
            </a:r>
          </a:p>
          <a:p>
            <a:r>
              <a:t>Manages patient data securely, summarizes medical info, and supports diagnostics at the 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Domain – FinOps 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Expense tracking</a:t>
            </a:r>
          </a:p>
          <a:p>
            <a:r>
              <a:t>- Forecasting</a:t>
            </a:r>
          </a:p>
          <a:p>
            <a:r>
              <a:t>- Sponsorship optimization</a:t>
            </a:r>
          </a:p>
          <a:p>
            <a:r>
              <a:t>- FinOps dashboards</a:t>
            </a:r>
          </a:p>
          <a:p>
            <a:r>
              <a:t>- Financial agents</a:t>
            </a:r>
          </a:p>
          <a:p/>
          <a:p>
            <a:r>
              <a:t>Use Case:</a:t>
            </a:r>
          </a:p>
          <a:p>
            <a:r>
              <a:t>Tracks expenses, forecasts budgets, and optimizes sponsorships with financial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Government Domain – Civic Orchestration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Policy automation</a:t>
            </a:r>
          </a:p>
          <a:p>
            <a:r>
              <a:t>- Citizen service agents</a:t>
            </a:r>
          </a:p>
          <a:p>
            <a:r>
              <a:t>- Secure IAM</a:t>
            </a:r>
          </a:p>
          <a:p>
            <a:r>
              <a:t>- Transparency</a:t>
            </a:r>
          </a:p>
          <a:p>
            <a:r>
              <a:t>- Departmental collaboration</a:t>
            </a:r>
          </a:p>
          <a:p/>
          <a:p>
            <a:r>
              <a:t>Use Case:</a:t>
            </a:r>
          </a:p>
          <a:p>
            <a:r>
              <a:t>Automates policy workflows, supports citizen services, and enables transparent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Domain – Community Intelligence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Event coordination</a:t>
            </a:r>
          </a:p>
          <a:p>
            <a:r>
              <a:t>- Volunteer automation</a:t>
            </a:r>
          </a:p>
          <a:p>
            <a:r>
              <a:t>- Civic engagement AI</a:t>
            </a:r>
          </a:p>
          <a:p>
            <a:r>
              <a:t>- Shared dashboards</a:t>
            </a:r>
          </a:p>
          <a:p>
            <a:r>
              <a:t>- Open data</a:t>
            </a:r>
          </a:p>
          <a:p/>
          <a:p>
            <a:r>
              <a:t>Use Case:</a:t>
            </a:r>
          </a:p>
          <a:p>
            <a:r>
              <a:t>Coordinates events, automates volunteer tasks, and engages communities with shared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Domain – Recursive Research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Capabilities:</a:t>
            </a:r>
          </a:p>
          <a:p>
            <a:r>
              <a:t>- Semantic search</a:t>
            </a:r>
          </a:p>
          <a:p>
            <a:r>
              <a:t>- Collaborative discovery</a:t>
            </a:r>
          </a:p>
          <a:p>
            <a:r>
              <a:t>- Data pipelines</a:t>
            </a:r>
          </a:p>
          <a:p>
            <a:r>
              <a:t>- Model tuning</a:t>
            </a:r>
          </a:p>
          <a:p>
            <a:r>
              <a:t>- Recursive learning loops</a:t>
            </a:r>
          </a:p>
          <a:p/>
          <a:p>
            <a:r>
              <a:t>Use Case:</a:t>
            </a:r>
          </a:p>
          <a:p>
            <a:r>
              <a:t>Enables semantic research, collaborative exploration, and recursive model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